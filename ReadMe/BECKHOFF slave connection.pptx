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3" r:id="rId5"/>
    <p:sldId id="262" r:id="rId6"/>
    <p:sldId id="257" r:id="rId7"/>
    <p:sldId id="260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ED43-A038-4E2C-8B5E-D6EA0C3B9F08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9D2A4-A2B3-4FD6-A9FD-02C4227B86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843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ED43-A038-4E2C-8B5E-D6EA0C3B9F08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9D2A4-A2B3-4FD6-A9FD-02C4227B86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015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ED43-A038-4E2C-8B5E-D6EA0C3B9F08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9D2A4-A2B3-4FD6-A9FD-02C4227B86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1060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ED43-A038-4E2C-8B5E-D6EA0C3B9F08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9D2A4-A2B3-4FD6-A9FD-02C4227B86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764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ED43-A038-4E2C-8B5E-D6EA0C3B9F08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9D2A4-A2B3-4FD6-A9FD-02C4227B86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8782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ED43-A038-4E2C-8B5E-D6EA0C3B9F08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9D2A4-A2B3-4FD6-A9FD-02C4227B86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7160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ED43-A038-4E2C-8B5E-D6EA0C3B9F08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9D2A4-A2B3-4FD6-A9FD-02C4227B86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474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ED43-A038-4E2C-8B5E-D6EA0C3B9F08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9D2A4-A2B3-4FD6-A9FD-02C4227B86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5525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ED43-A038-4E2C-8B5E-D6EA0C3B9F08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9D2A4-A2B3-4FD6-A9FD-02C4227B86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0616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ED43-A038-4E2C-8B5E-D6EA0C3B9F08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9D2A4-A2B3-4FD6-A9FD-02C4227B86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4292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ED43-A038-4E2C-8B5E-D6EA0C3B9F08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9D2A4-A2B3-4FD6-A9FD-02C4227B86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274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6ED43-A038-4E2C-8B5E-D6EA0C3B9F08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9D2A4-A2B3-4FD6-A9FD-02C4227B86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4085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EK1100 | EtherCAT Coupler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47" t="9457" r="39647" b="8846"/>
          <a:stretch/>
        </p:blipFill>
        <p:spPr bwMode="auto">
          <a:xfrm>
            <a:off x="3260785" y="2139771"/>
            <a:ext cx="1759789" cy="3499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BECKHOFF</a:t>
            </a:r>
            <a:r>
              <a:rPr lang="zh-TW" altLang="en-US" dirty="0"/>
              <a:t> </a:t>
            </a:r>
            <a:r>
              <a:rPr lang="en-US" altLang="zh-TW" dirty="0"/>
              <a:t>slave connection</a:t>
            </a:r>
            <a:endParaRPr lang="zh-TW" altLang="en-US" dirty="0"/>
          </a:p>
        </p:txBody>
      </p:sp>
      <p:pic>
        <p:nvPicPr>
          <p:cNvPr id="5" name="Picture 2" descr="EL3314 | EtherCAT Terminal, 4-channel analog input, temperature, thermocouple, 16 bit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58" t="10470" r="69273" b="10378"/>
          <a:stretch/>
        </p:blipFill>
        <p:spPr bwMode="auto">
          <a:xfrm>
            <a:off x="6351918" y="2199737"/>
            <a:ext cx="577970" cy="3355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EL5042 | EtherCAT Terminal, 2-channel encoder interface, BiSS® C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8" t="10325" r="69055" b="9776"/>
          <a:stretch/>
        </p:blipFill>
        <p:spPr bwMode="auto">
          <a:xfrm>
            <a:off x="4735902" y="2199737"/>
            <a:ext cx="586597" cy="3398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EL3314 | EtherCAT Terminal, 4-channel analog input, temperature, thermocouple, 16 bit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58" t="10470" r="69273" b="10378"/>
          <a:stretch/>
        </p:blipFill>
        <p:spPr bwMode="auto">
          <a:xfrm>
            <a:off x="6755922" y="2199737"/>
            <a:ext cx="577970" cy="3355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EL5042 | EtherCAT Terminal, 2-channel encoder interface, BiSS® C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8" t="10325" r="69055" b="9776"/>
          <a:stretch/>
        </p:blipFill>
        <p:spPr bwMode="auto">
          <a:xfrm>
            <a:off x="5139906" y="2199737"/>
            <a:ext cx="586597" cy="3398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EL5042 | EtherCAT Terminal, 2-channel encoder interface, BiSS® C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8" t="10325" r="69055" b="9776"/>
          <a:stretch/>
        </p:blipFill>
        <p:spPr bwMode="auto">
          <a:xfrm>
            <a:off x="5543910" y="2199737"/>
            <a:ext cx="586597" cy="3398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EL5042 | EtherCAT Terminal, 2-channel encoder interface, BiSS® C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8" t="10325" r="69055" b="9776"/>
          <a:stretch/>
        </p:blipFill>
        <p:spPr bwMode="auto">
          <a:xfrm>
            <a:off x="5947914" y="2199737"/>
            <a:ext cx="586597" cy="3398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3986122" y="5879796"/>
            <a:ext cx="370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可拆用的分離圖</a:t>
            </a:r>
          </a:p>
        </p:txBody>
      </p:sp>
    </p:spTree>
    <p:extLst>
      <p:ext uri="{BB962C8B-B14F-4D97-AF65-F5344CB8AC3E}">
        <p14:creationId xmlns:p14="http://schemas.microsoft.com/office/powerpoint/2010/main" val="142346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EK1100 | </a:t>
            </a:r>
            <a:r>
              <a:rPr lang="en-US" altLang="zh-TW" b="1" dirty="0" err="1"/>
              <a:t>EtherCAT</a:t>
            </a:r>
            <a:r>
              <a:rPr lang="en-US" altLang="zh-TW" b="1" dirty="0"/>
              <a:t> Coupler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6040" y="1825625"/>
            <a:ext cx="6959920" cy="4351338"/>
          </a:xfrm>
          <a:prstGeom prst="rect">
            <a:avLst/>
          </a:prstGeom>
        </p:spPr>
      </p:pic>
      <p:pic>
        <p:nvPicPr>
          <p:cNvPr id="3074" name="Picture 2" descr="EK1100 | EtherCAT Coupler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47" t="9457" r="39647" b="8846"/>
          <a:stretch/>
        </p:blipFill>
        <p:spPr bwMode="auto">
          <a:xfrm>
            <a:off x="11137609" y="4744529"/>
            <a:ext cx="891968" cy="177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3912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EL5042 | </a:t>
            </a:r>
            <a:r>
              <a:rPr lang="en-US" altLang="zh-TW" b="1" dirty="0" err="1"/>
              <a:t>EtherCAT</a:t>
            </a:r>
            <a:r>
              <a:rPr lang="en-US" altLang="zh-TW" b="1" dirty="0"/>
              <a:t> Terminal, 2-channel encoder interface, </a:t>
            </a:r>
            <a:r>
              <a:rPr lang="en-US" altLang="zh-TW" b="1" dirty="0" err="1"/>
              <a:t>BiSS</a:t>
            </a:r>
            <a:r>
              <a:rPr lang="en-US" altLang="zh-TW" b="1" dirty="0"/>
              <a:t>® C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9412" y="1690688"/>
            <a:ext cx="8338090" cy="4969600"/>
          </a:xfrm>
          <a:prstGeom prst="rect">
            <a:avLst/>
          </a:prstGeom>
        </p:spPr>
      </p:pic>
      <p:pic>
        <p:nvPicPr>
          <p:cNvPr id="2052" name="Picture 4" descr="EL5042 | EtherCAT Terminal, 2-channel encoder interface, BiSS® C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9" t="9083" r="67976" b="8396"/>
          <a:stretch/>
        </p:blipFill>
        <p:spPr bwMode="auto">
          <a:xfrm>
            <a:off x="11419964" y="4994694"/>
            <a:ext cx="304771" cy="1415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0815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199"/>
          </a:xfrm>
          <a:prstGeom prst="rect">
            <a:avLst/>
          </a:prstGeom>
        </p:spPr>
      </p:pic>
      <p:sp>
        <p:nvSpPr>
          <p:cNvPr id="6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9832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TW" altLang="en-US" dirty="0"/>
              <a:t>每片有兩個</a:t>
            </a:r>
            <a:r>
              <a:rPr lang="en-US" altLang="zh-TW" dirty="0"/>
              <a:t>channel</a:t>
            </a:r>
          </a:p>
          <a:p>
            <a:r>
              <a:rPr lang="en-US" altLang="zh-TW" dirty="0"/>
              <a:t>ch1</a:t>
            </a:r>
            <a:r>
              <a:rPr lang="zh-TW" altLang="en-US" dirty="0"/>
              <a:t>用</a:t>
            </a:r>
            <a:r>
              <a:rPr lang="en-US" altLang="zh-TW" dirty="0"/>
              <a:t>8008</a:t>
            </a:r>
          </a:p>
          <a:p>
            <a:r>
              <a:rPr lang="en-US" altLang="zh-TW" dirty="0"/>
              <a:t>ch2</a:t>
            </a:r>
            <a:r>
              <a:rPr lang="zh-TW" altLang="en-US" dirty="0"/>
              <a:t>用</a:t>
            </a:r>
            <a:r>
              <a:rPr lang="en-US" altLang="zh-TW" dirty="0"/>
              <a:t>8018</a:t>
            </a:r>
          </a:p>
          <a:p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024196"/>
            <a:ext cx="5181600" cy="395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288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EL3314 | </a:t>
            </a:r>
            <a:r>
              <a:rPr lang="en-US" altLang="zh-TW" b="1" dirty="0" err="1"/>
              <a:t>EtherCAT</a:t>
            </a:r>
            <a:r>
              <a:rPr lang="en-US" altLang="zh-TW" b="1" dirty="0"/>
              <a:t> Terminal, 4-channel analog input, temperature, thermocouple, 16 bit</a:t>
            </a:r>
            <a:endParaRPr lang="zh-TW" altLang="en-US" dirty="0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9314" y="1825625"/>
            <a:ext cx="7493371" cy="4351338"/>
          </a:xfrm>
          <a:prstGeom prst="rect">
            <a:avLst/>
          </a:prstGeom>
        </p:spPr>
      </p:pic>
      <p:pic>
        <p:nvPicPr>
          <p:cNvPr id="8" name="Picture 2" descr="EL3314 | EtherCAT Terminal, 4-channel analog input, temperature, thermocouple, 16 bit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95" t="8206" r="68625" b="8993"/>
          <a:stretch/>
        </p:blipFill>
        <p:spPr bwMode="auto">
          <a:xfrm>
            <a:off x="11428275" y="4175184"/>
            <a:ext cx="481538" cy="2470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4279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649725"/>
            <a:ext cx="5181600" cy="2703138"/>
          </a:xfrm>
          <a:prstGeom prst="rect">
            <a:avLst/>
          </a:prstGeom>
        </p:spPr>
      </p:pic>
      <p:pic>
        <p:nvPicPr>
          <p:cNvPr id="8" name="內容版面配置區 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78499" y="1825625"/>
            <a:ext cx="43690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801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1400</TotalTime>
  <Words>52</Words>
  <Application>Microsoft Office PowerPoint</Application>
  <PresentationFormat>寬螢幕</PresentationFormat>
  <Paragraphs>8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佈景主題</vt:lpstr>
      <vt:lpstr>BECKHOFF slave connection</vt:lpstr>
      <vt:lpstr>EK1100 | EtherCAT Coupler</vt:lpstr>
      <vt:lpstr>EL5042 | EtherCAT Terminal, 2-channel encoder interface, BiSS® C</vt:lpstr>
      <vt:lpstr>PowerPoint 簡報</vt:lpstr>
      <vt:lpstr>PowerPoint 簡報</vt:lpstr>
      <vt:lpstr>EL3314 | EtherCAT Terminal, 4-channel analog input, temperature, thermocouple, 16 bit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Change Liang</dc:creator>
  <cp:lastModifiedBy>Change Liang</cp:lastModifiedBy>
  <cp:revision>11</cp:revision>
  <dcterms:created xsi:type="dcterms:W3CDTF">2025-10-13T14:54:00Z</dcterms:created>
  <dcterms:modified xsi:type="dcterms:W3CDTF">2026-04-27T07:54:50Z</dcterms:modified>
</cp:coreProperties>
</file>